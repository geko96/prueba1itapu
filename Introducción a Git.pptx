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31.png"/><Relationship Id="rId7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562225"/>
            <a:ext cx="11601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Introducción a Git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623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Guía para Principiantes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¿Qué es Git?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64795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Git es un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sistema de control de versiones distribuido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(DVCS). Piensa en él como un botón de 'Guardar' súper avanzado para tu código.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42950" y="36957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369570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Registra "instantáneas" (snapshots) de tu proyecto.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42950" y="41243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41243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Te permite trabajar en equipo sin sobrescribir el trabajo de otros.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42950" y="48387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4838700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Puedes volver a cualquier versión anterior de tu proyecto.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¿Qué es Git?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809750" y="2652712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Descarga e instala Git desde el sitio web oficial o usa un gestor de paquetes.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809750" y="4862512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Verifica la instalación con: git --version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00412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2190750" y="3252787"/>
            <a:ext cx="745881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Windows: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Descarga el instalador desde git-scm.com o usa winget install git.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05237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2190750" y="3757612"/>
            <a:ext cx="41627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macOS: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Usa Homebrew: brew install git.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10062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2190750" y="4262437"/>
            <a:ext cx="51915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Linux (Ubuntu/Debian):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sudo apt-get install git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Instalación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86000"/>
            <a:ext cx="5286375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962025" y="26765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Preséntate a Git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62025" y="332422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Antes de usar Git, necesitas presentarte. Esto es importante para que Git sepa quién está haciendo cada cambio.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62025" y="43719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Esta información se guarda en tus "commits" (guardados).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24650" y="267652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Comandos de Terminal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Configuración Inicial (¡Solo una vez!)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742950" y="20002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57250" y="20002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1. Directorio de Trabajo (Working Directory):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Los archivos que ves y editas en tu carpeta.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742950" y="27146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57250" y="27146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2. Área de Preparación (Staging Area):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Un área intermedia donde agrupas los cambios que quieres guardar.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42950" y="34290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57250" y="34290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3. Repositorio (.git):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La base de datos donde Git guarda permanentemente tu historial de cambios (commits).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¿Cómo Funciona Git? Las 3 Zonas Clave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395537"/>
            <a:ext cx="34290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1795938" y="3405187"/>
            <a:ext cx="9801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git init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66775" y="4176712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Inicializa un nuevo repositorio de Git en tu carpeta.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455920" y="3405187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git add 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676775" y="4176712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Añade *todos* los archivos modificados al área de preparación.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505825" y="3405187"/>
            <a:ext cx="2800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git commit -m "..."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486775" y="41767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Guarda la "instantánea" del área de preparación en tu repositorio con un mensaje.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709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7098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5975" y="27098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Flujo de Trabajo Básico (Local)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4125"/>
            <a:ext cx="53340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24125"/>
            <a:ext cx="5334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2493406" y="3533775"/>
            <a:ext cx="14901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git status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66775" y="4305300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comando más importante. Te dice qué archivos están modificados, en staging, o sin seguimiento.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463438" y="3533775"/>
            <a:ext cx="9801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git log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581775" y="4305300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Muestra el historial de todos los commits (guardados) que has hecho en el repositorio.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09900" y="28384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4900" y="28384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Comandos para Verificar tu Trabajo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2190750"/>
            <a:ext cx="5286375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Las ramas te permiten crear una línea de desarrollo separada para probar nuevas ideas o funciones sin afectar la rama principal (main).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42950" y="32670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57250" y="3267075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git branch : Crea una nueva rama.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42950" y="37242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57250" y="3724275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git checkout : Se mueve a esa rama para empezar a trabajar.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742950" y="44672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57250" y="4467225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git checkout -b : Crea y se mueve a la nueva rama en un solo paso.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Ramas (Branches): Trabajar en Paralelo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71500" y="21907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Una vez que terminas tu trabajo en una rama, la fusionas de nuevo con la rama principal.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4438650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¡Y listo! Tus cambios ahora están integrados en main.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04850" y="295275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57250" y="2952750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Primero, vuelve a la rama principal: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git checkout main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704850" y="364807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57250" y="3648075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Luego, fusiona tu rama de feature: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git merge mi-nueva-feature</a:t>
            </a:r>
            <a:endParaRPr/>
          </a:p>
        </p:txBody>
      </p:sp>
      <p:pic>
        <p:nvPicPr>
          <p:cNvPr descr="image.png" id="202" name="Google Shape;20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Fusionar (Merge): Unir el Trabajo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1809750" y="2619375"/>
            <a:ext cx="8572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Un repositorio remoto es una copia de tu proyecto en un servidor (como GitHub, GitLab, etc.).</a:t>
            </a:r>
            <a:endParaRPr/>
          </a:p>
        </p:txBody>
      </p:sp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67075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2190750" y="3219450"/>
            <a:ext cx="81915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git clone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Descarga (clona) un repositorio remoto existente a tu máquina local. Esta es la forma más común de empezar a trabajar en un proyecto.</a:t>
            </a:r>
            <a:endParaRPr/>
          </a:p>
        </p:txBody>
      </p:sp>
      <p:pic>
        <p:nvPicPr>
          <p:cNvPr descr="image.png" id="212" name="Google Shape;21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343400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2190750" y="4295775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47A1"/>
                </a:solidFill>
                <a:latin typeface="Lato"/>
                <a:ea typeface="Lato"/>
                <a:cs typeface="Lato"/>
                <a:sym typeface="Lato"/>
              </a:rPr>
              <a:t>git remote add origin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Conecta tu repositorio local (creado con git init) a un repositorio remoto vacío en GitHub. (Solo se hace una vez).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Trabajando con Remotos (Ej: GitHub)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4125"/>
            <a:ext cx="53340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24125"/>
            <a:ext cx="5334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1658302" y="3533775"/>
            <a:ext cx="31603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git push origin main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866775" y="4305300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Sube tus commits (guardados) locales al repositorio remoto (en la rama 'main'). Comparte tus cambios con el equipo.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7488316" y="3533775"/>
            <a:ext cx="29303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git pull origin main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581775" y="4305300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Descarga y fusiona los cambios más recientes del remoto a tu repositorio local. Actualiza tu proyecto con el trabajo de otros.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09900" y="28384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4900" y="28384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Sincronización: Push &amp; Pull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976D2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¡Gracias por tu atención!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1647825" y="3128962"/>
            <a:ext cx="8896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1647825" y="3900487"/>
            <a:ext cx="8896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1647825" y="4672012"/>
            <a:ext cx="88963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7825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2743200" y="2516981"/>
            <a:ext cx="7800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https://learn.microsoft.com/es-es/azure/architecture/reference-architectures/enterprise-integration/_images/simple-enterprise-integration.png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2743200" y="2750343"/>
            <a:ext cx="7800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learn.microsoft.com</a:t>
            </a:r>
            <a:endParaRPr/>
          </a:p>
        </p:txBody>
      </p:sp>
      <p:pic>
        <p:nvPicPr>
          <p:cNvPr descr="image.png" id="247" name="Google Shape;24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7825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2743200" y="3288506"/>
            <a:ext cx="7800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https://aulasoftwarelibre.github.io/taller-de-git/images/git-estados.png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2743200" y="3521868"/>
            <a:ext cx="7800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aulasoftwarelibre.github.io</a:t>
            </a:r>
            <a:endParaRPr/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47825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2743200" y="4060031"/>
            <a:ext cx="7800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https://git-scm.com/book/es/v2/images/basic-merging-1.png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2743200" y="4293393"/>
            <a:ext cx="7800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git-scm.com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47825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2743200" y="4831556"/>
            <a:ext cx="78009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https://www.chucksacademy.com/api/proxy/uploads/git_branches_cb50bf87af.webp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2743200" y="5064918"/>
            <a:ext cx="7800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www.chucksacademy.com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D47A1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